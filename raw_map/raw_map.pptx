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90" d="100"/>
          <a:sy n="90" d="100"/>
        </p:scale>
        <p:origin x="87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202D34-6FE8-4FEF-A8C9-53238247A9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7C4A783-09D1-461A-B32B-DF636925B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E271E0-C6D5-48A9-A4CC-A2BD904A9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706B6-CF60-43F0-95D3-60270EA45ADC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F95794B-E886-4EF3-A6DA-2858EC1C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E64FF2-0691-4291-8816-89AD97F54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8941-E7B4-4561-82EB-9294FDF9BA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3908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151ACE-BF2D-4559-B9CC-3D1959087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8C7968-4DB9-4438-8F58-746C91666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60FAA3-EAE0-4A5D-9923-F5DB30010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706B6-CF60-43F0-95D3-60270EA45ADC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3180718-FA80-4DA4-AB68-EF0E77E5B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5F2987-B7B7-4541-BE99-0E5B285CD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8941-E7B4-4561-82EB-9294FDF9BA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066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125E6B-D950-461A-9B04-CE6161FB7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ECDDE2B-DBE0-4B36-9FCB-5C8BD9997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66684CA-46B4-406F-8FBC-D84619851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706B6-CF60-43F0-95D3-60270EA45ADC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3B6C6AD-483F-490C-ABDD-90151D8F4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AA710C-A1AC-4973-8F8A-089F7951F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8941-E7B4-4561-82EB-9294FDF9BA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0475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D2B88D-F803-4B0B-8432-852887870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5E7EC5-39B9-46A8-A7A4-E9D1541B22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EABB8AF-841F-4511-A0D4-FD7486C23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A80B0C5-6529-4B41-ADF7-A1C545FF8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706B6-CF60-43F0-95D3-60270EA45ADC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D330DBD-8D5D-4DE4-87BC-B0E05ACD4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450915-F18D-4272-AC7E-2DB8169A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8941-E7B4-4561-82EB-9294FDF9BA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475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B744D3-A21A-456D-8920-E4F753DB0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9FDC0B1-56C1-4943-8367-5A028668B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0FB1B4C-FE7C-4255-BE16-AA4B08A33A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8C6D446-FA5B-4B3D-9ABF-ADA4FE7001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E8A82E3-65A3-4D8C-864A-2EBDE488E3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5BFBCF8-2162-4AE2-8AA2-D2D8B8545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706B6-CF60-43F0-95D3-60270EA45ADC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AF59CF1-21FC-4830-A790-980DD869E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4AF0107-93EA-4A9A-B0CE-ABDAB56B1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8941-E7B4-4561-82EB-9294FDF9BA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6413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D7E87B-5D71-464D-8C71-68ADC96DD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9226D47-DBEC-438A-95FC-574C743C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706B6-CF60-43F0-95D3-60270EA45ADC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4449CD8-3C9A-4BC2-8AF1-BDB99F4B7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5D3D446-F9E1-423C-B06E-091A34401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8941-E7B4-4561-82EB-9294FDF9BA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3669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1F7B094-E819-4CE4-A80D-3E20A841A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706B6-CF60-43F0-95D3-60270EA45ADC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DD4F6F7-294C-4A4A-8CF5-BAA149F93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D7227EA-A96C-444D-966D-0D4871F37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8941-E7B4-4561-82EB-9294FDF9BA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355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96AE68-0A9B-4262-83D4-8DF2CD56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4321F5-646E-44C7-BDA2-9EC992A93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18CE698-0D90-4922-9252-D1A176BE0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67FE55-D739-4A94-A6D9-DA1D7BBE3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706B6-CF60-43F0-95D3-60270EA45ADC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A3DA086-AE81-4FE5-8C80-14F4593D1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B107291-0ECB-4869-89FD-C6DEF27A4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8941-E7B4-4561-82EB-9294FDF9BA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2130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AF9ACE-B50F-4F22-8483-769461B06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71CA463-2902-4874-B749-375ABD7BBD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4E995BB-9463-41D3-8CB6-91C47B9E0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F36FCCF-3529-41DF-924F-75519A4C2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706B6-CF60-43F0-95D3-60270EA45ADC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F5C758B-FF6F-4721-A4AA-68E2CABFC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9FDA6C4-EE9C-4A22-860E-FADFB46A7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8941-E7B4-4561-82EB-9294FDF9BA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7172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BB0BA8-A65F-4195-8747-C605111EE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9770A48-69ED-4AA2-93A5-A8B0ED42F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ABDF17-5307-4D1B-AFE8-06DC6BC14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706B6-CF60-43F0-95D3-60270EA45ADC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BC8321-EA1C-48DE-B40C-7C42EE10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3CC39B9-381C-4518-BFC6-F5300C6B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8941-E7B4-4561-82EB-9294FDF9BA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307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AA515DD-F993-4385-AFCA-7885375F36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9758655-58DE-4595-9827-C6C26324C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FEC530-A4FA-4F1E-AFAF-8D9D858F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706B6-CF60-43F0-95D3-60270EA45ADC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FB3B3E-2268-4047-B097-577F6A10C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94537A8-AF21-46CC-890F-7DC2F366C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8941-E7B4-4561-82EB-9294FDF9BA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3942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4AC0967-E4F9-4702-AAFA-148E87F11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EE6A8A3-F819-4128-90FB-73DA7EF9B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F23D4A-878C-4B6F-A54A-AAF1F5D30F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706B6-CF60-43F0-95D3-60270EA45ADC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DCAF3C9-474F-4FE4-8623-4BC5174574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491C9EA-1442-408C-8FFD-9F4282AAF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78941-E7B4-4561-82EB-9294FDF9BA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535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AB78C5E-5864-4BCE-8435-7986672A48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146" y="676368"/>
            <a:ext cx="6750305" cy="515918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5AC5922-A61B-4568-8BC6-40DCED7D7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9923" y="1784377"/>
            <a:ext cx="3860185" cy="3473423"/>
          </a:xfrm>
          <a:prstGeom prst="rect">
            <a:avLst/>
          </a:prstGeom>
        </p:spPr>
      </p:pic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9CF5A381-CEB2-40F1-8F28-EDE63164EE36}"/>
              </a:ext>
            </a:extLst>
          </p:cNvPr>
          <p:cNvCxnSpPr>
            <a:cxnSpLocks/>
          </p:cNvCxnSpPr>
          <p:nvPr/>
        </p:nvCxnSpPr>
        <p:spPr>
          <a:xfrm>
            <a:off x="1313121" y="808075"/>
            <a:ext cx="6246628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12A2ED2-1C50-4527-A210-516335838909}"/>
              </a:ext>
            </a:extLst>
          </p:cNvPr>
          <p:cNvSpPr txBox="1"/>
          <p:nvPr/>
        </p:nvSpPr>
        <p:spPr>
          <a:xfrm>
            <a:off x="3979235" y="2816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50m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4FBEADC-C87F-4030-936D-A0ADA7EDB348}"/>
              </a:ext>
            </a:extLst>
          </p:cNvPr>
          <p:cNvSpPr txBox="1"/>
          <p:nvPr/>
        </p:nvSpPr>
        <p:spPr>
          <a:xfrm>
            <a:off x="182210" y="317145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35m</a:t>
            </a:r>
            <a:endParaRPr lang="zh-TW" altLang="en-US" dirty="0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9812EDFC-2D4C-4806-BB02-D7BC651A6F1F}"/>
              </a:ext>
            </a:extLst>
          </p:cNvPr>
          <p:cNvCxnSpPr>
            <a:cxnSpLocks/>
          </p:cNvCxnSpPr>
          <p:nvPr/>
        </p:nvCxnSpPr>
        <p:spPr>
          <a:xfrm>
            <a:off x="955158" y="955159"/>
            <a:ext cx="0" cy="477579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60A8561-A366-420D-BB16-FFFAA9A40DB9}"/>
              </a:ext>
            </a:extLst>
          </p:cNvPr>
          <p:cNvSpPr txBox="1"/>
          <p:nvPr/>
        </p:nvSpPr>
        <p:spPr>
          <a:xfrm>
            <a:off x="8942868" y="7147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</a:t>
            </a:r>
            <a:r>
              <a:rPr lang="zh-TW" altLang="en-US" dirty="0"/>
              <a:t>樓</a:t>
            </a:r>
          </a:p>
        </p:txBody>
      </p:sp>
    </p:spTree>
    <p:extLst>
      <p:ext uri="{BB962C8B-B14F-4D97-AF65-F5344CB8AC3E}">
        <p14:creationId xmlns:p14="http://schemas.microsoft.com/office/powerpoint/2010/main" val="3343655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5796DB-B0A6-435A-8EE0-94E7101B4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A5551A8E-5C28-4A52-ADBA-4E37385F3A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184" y="955160"/>
            <a:ext cx="6685095" cy="5094766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6091AA9-397C-4434-92BD-CA85B11E1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643" y="3668486"/>
            <a:ext cx="3097326" cy="2667814"/>
          </a:xfrm>
          <a:prstGeom prst="rect">
            <a:avLst/>
          </a:prstGeom>
        </p:spPr>
      </p:pic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E9993DFD-5EFA-4416-A958-33AB00E904C3}"/>
              </a:ext>
            </a:extLst>
          </p:cNvPr>
          <p:cNvCxnSpPr>
            <a:cxnSpLocks/>
          </p:cNvCxnSpPr>
          <p:nvPr/>
        </p:nvCxnSpPr>
        <p:spPr>
          <a:xfrm>
            <a:off x="1313121" y="808075"/>
            <a:ext cx="6246628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C0692F17-C65B-477D-81F3-50552E57DF31}"/>
              </a:ext>
            </a:extLst>
          </p:cNvPr>
          <p:cNvSpPr txBox="1"/>
          <p:nvPr/>
        </p:nvSpPr>
        <p:spPr>
          <a:xfrm>
            <a:off x="3979235" y="2816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50m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C14B34E-C6F8-446B-9F6F-320B23FCFB3B}"/>
              </a:ext>
            </a:extLst>
          </p:cNvPr>
          <p:cNvSpPr txBox="1"/>
          <p:nvPr/>
        </p:nvSpPr>
        <p:spPr>
          <a:xfrm>
            <a:off x="182210" y="317145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35m</a:t>
            </a:r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738D3BB5-32BD-4128-8D40-D028F378126D}"/>
              </a:ext>
            </a:extLst>
          </p:cNvPr>
          <p:cNvCxnSpPr>
            <a:cxnSpLocks/>
          </p:cNvCxnSpPr>
          <p:nvPr/>
        </p:nvCxnSpPr>
        <p:spPr>
          <a:xfrm>
            <a:off x="909084" y="1302488"/>
            <a:ext cx="46074" cy="4428461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1F38BF0-DC0C-4C37-AA61-966320D00D1E}"/>
              </a:ext>
            </a:extLst>
          </p:cNvPr>
          <p:cNvSpPr txBox="1"/>
          <p:nvPr/>
        </p:nvSpPr>
        <p:spPr>
          <a:xfrm>
            <a:off x="8942868" y="7147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4</a:t>
            </a:r>
            <a:r>
              <a:rPr lang="zh-TW" altLang="en-US" dirty="0"/>
              <a:t>樓</a:t>
            </a:r>
          </a:p>
        </p:txBody>
      </p:sp>
    </p:spTree>
    <p:extLst>
      <p:ext uri="{BB962C8B-B14F-4D97-AF65-F5344CB8AC3E}">
        <p14:creationId xmlns:p14="http://schemas.microsoft.com/office/powerpoint/2010/main" val="2380440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9F95832B-8E2D-4AFB-91B2-4AFCDD47B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610" y="650932"/>
            <a:ext cx="6792747" cy="518008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FDE6892-3BCF-4E20-BD6E-DF53B06F2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502" y="1690688"/>
            <a:ext cx="3737202" cy="3556536"/>
          </a:xfrm>
          <a:prstGeom prst="rect">
            <a:avLst/>
          </a:prstGeom>
        </p:spPr>
      </p:pic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163A9EA6-29CE-4BF2-9EFF-710479D02907}"/>
              </a:ext>
            </a:extLst>
          </p:cNvPr>
          <p:cNvCxnSpPr>
            <a:cxnSpLocks/>
          </p:cNvCxnSpPr>
          <p:nvPr/>
        </p:nvCxnSpPr>
        <p:spPr>
          <a:xfrm>
            <a:off x="1313121" y="808075"/>
            <a:ext cx="6246628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9233820-5361-4CAC-9884-46413B34A0B2}"/>
              </a:ext>
            </a:extLst>
          </p:cNvPr>
          <p:cNvSpPr txBox="1"/>
          <p:nvPr/>
        </p:nvSpPr>
        <p:spPr>
          <a:xfrm>
            <a:off x="3979235" y="2816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50m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D6D3E4D-D0E9-4874-A875-628C6B31DD11}"/>
              </a:ext>
            </a:extLst>
          </p:cNvPr>
          <p:cNvSpPr txBox="1"/>
          <p:nvPr/>
        </p:nvSpPr>
        <p:spPr>
          <a:xfrm>
            <a:off x="182210" y="317145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35m</a:t>
            </a:r>
            <a:endParaRPr lang="zh-TW" altLang="en-US" dirty="0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0A0D4490-0ABB-4AD1-91D7-D6F8AB7F7EBF}"/>
              </a:ext>
            </a:extLst>
          </p:cNvPr>
          <p:cNvCxnSpPr>
            <a:cxnSpLocks/>
          </p:cNvCxnSpPr>
          <p:nvPr/>
        </p:nvCxnSpPr>
        <p:spPr>
          <a:xfrm>
            <a:off x="955158" y="955159"/>
            <a:ext cx="0" cy="477579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4130B69-4A75-47FB-8168-D271F9A04E0D}"/>
              </a:ext>
            </a:extLst>
          </p:cNvPr>
          <p:cNvSpPr txBox="1"/>
          <p:nvPr/>
        </p:nvSpPr>
        <p:spPr>
          <a:xfrm>
            <a:off x="8942868" y="7147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5</a:t>
            </a:r>
            <a:r>
              <a:rPr lang="zh-TW" altLang="en-US" dirty="0"/>
              <a:t>樓</a:t>
            </a:r>
          </a:p>
        </p:txBody>
      </p:sp>
    </p:spTree>
    <p:extLst>
      <p:ext uri="{BB962C8B-B14F-4D97-AF65-F5344CB8AC3E}">
        <p14:creationId xmlns:p14="http://schemas.microsoft.com/office/powerpoint/2010/main" val="2580992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</Words>
  <Application>Microsoft Office PowerPoint</Application>
  <PresentationFormat>寬螢幕</PresentationFormat>
  <Paragraphs>9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太允 李</dc:creator>
  <cp:lastModifiedBy>太允 李</cp:lastModifiedBy>
  <cp:revision>1</cp:revision>
  <dcterms:created xsi:type="dcterms:W3CDTF">2026-07-13T12:26:47Z</dcterms:created>
  <dcterms:modified xsi:type="dcterms:W3CDTF">2026-07-13T12:28:55Z</dcterms:modified>
</cp:coreProperties>
</file>